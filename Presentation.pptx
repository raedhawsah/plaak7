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b="1">
                <a:solidFill>
                  <a:srgbClr val="FFCC00"/>
                </a:solidFill>
              </a:rPr>
              <a:t>تطبيق ساموراي للتوصيل ⚔️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أسرع تطبيق توصيل في المملكة</a:t>
            </a:r>
          </a:p>
          <a:p>
            <a:r>
              <a:t>إعداد الطالب: .............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المشكلة والحل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المشكلة:</a:t>
            </a:r>
          </a:p>
          <a:p>
            <a:pPr lvl="1"/>
            <a:r>
              <a:t>الحاجة إلى تطبيق توصيل سريع جداً للمطاعم المحلية، بواجهة بسيطة وسهلة الاستخدام تدعم اللغة العربية بالكامل.</a:t>
            </a:r>
          </a:p>
          <a:p>
            <a:pPr/>
            <a:r>
              <a:t>الحل (ساموراي):</a:t>
            </a:r>
          </a:p>
          <a:p>
            <a:pPr lvl="1"/>
            <a:r>
              <a:t>تطبيق صُمم ليكون سريعاً كدقة الساموراي، يركز على الوجبات المفضلة مع ميزات تفاعلية حديثة وسرعة استجابة عالية (بدون انتظار تحميل طويل).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المميزات الرئيسية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دعم كامل للغة العربية (RTL) وتصميم احترافي.</a:t>
            </a:r>
          </a:p>
          <a:p>
            <a:r>
              <a:t>نظام سلة مشتريات (Cart) متكامل لتحديث الكميات وإتمام الطلب.</a:t>
            </a:r>
          </a:p>
          <a:p>
            <a:r>
              <a:t>لوحة تحكم للمطاعم (محاكاة): نظام فلترة وترتيب الوجبات بناءً على السعر.</a:t>
            </a:r>
          </a:p>
          <a:p>
            <a:r>
              <a:t>أكواد خصم (Promo Codes) تفاعلية يمكن نسخها واستخدامها.</a:t>
            </a:r>
          </a:p>
          <a:p>
            <a:r>
              <a:t>نظام تسجيل دخول وهمي وحفظ السجل للمستخدم محلياً.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التقنيات والأدوات المستخدمة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تم بناء المشروع بدون إطارات عمل لإثبات كفاءة التعامل مع الأساسيات:</a:t>
            </a:r>
          </a:p>
          <a:p>
            <a:pPr lvl="1"/>
            <a:r>
              <a:t>HTML5: لبناء الصفحات والهيكلة الدلالية (Semantic HTML).</a:t>
            </a:r>
          </a:p>
          <a:p>
            <a:pPr lvl="1"/>
            <a:r>
              <a:t>CSS3: للتصميم المرن (Flexbox/Grid)، المتغيرات (Variables)، والحركات التفاعلية.</a:t>
            </a:r>
          </a:p>
          <a:p>
            <a:pPr lvl="1"/>
            <a:r>
              <a:t>JavaScript (ES6): للتفاعلية، تحديث واجهة المستخدم (DOM)، وحساب السلة.</a:t>
            </a:r>
          </a:p>
          <a:p>
            <a:pPr lvl="1"/>
            <a:r>
              <a:t>LocalStorage API: لمحاكاة قاعدة البيانات وتخزين الطلبات والمستخدمين.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شاشة العرض (Demo)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التطبيق جاهز للاستعراض المباشر (Live Demo).</a:t>
            </a:r>
          </a:p>
          <a:p>
            <a:pPr/>
            <a:r>
              <a:t>شكراً لحسن استماعكم.</a:t>
            </a:r>
          </a:p>
          <a:p>
            <a:pPr/>
            <a:r>
              <a:t>مستعد للإجابة على استفساراتكم.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